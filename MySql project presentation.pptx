
<file path=[Content_Types].xml><?xml version="1.0" encoding="utf-8"?>
<Types xmlns="http://schemas.openxmlformats.org/package/2006/content-types">
  <Default Extension="fntdata" ContentType="application/x-fontdata"/>
  <Default Extension="jpg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0" r:id="rId4"/>
    <p:sldId id="261" r:id="rId5"/>
    <p:sldId id="266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59" r:id="rId18"/>
  </p:sldIdLst>
  <p:sldSz cx="12192000" cy="6858000"/>
  <p:notesSz cx="6858000" cy="9144000"/>
  <p:embeddedFontLst>
    <p:embeddedFont>
      <p:font typeface="Libre Baskerville" panose="02000000000000000000" pitchFamily="2" charset="0"/>
      <p:regular r:id="rId20"/>
      <p:bold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5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139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putnala-sridhar-067077370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8626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816429" y="3608614"/>
            <a:ext cx="9480533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 Design for Employee Management System</a:t>
            </a:r>
            <a:br>
              <a:rPr lang="en-IN" sz="4000" i="0" u="none" strike="noStrike" cap="none" dirty="0">
                <a:solidFill>
                  <a:srgbClr val="C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</a:br>
            <a:endParaRPr sz="4000" i="0" u="none" strike="noStrike" cap="none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EC7B46-8749-24EC-B1AB-3C4A92CB675A}"/>
              </a:ext>
            </a:extLst>
          </p:cNvPr>
          <p:cNvSpPr txBox="1"/>
          <p:nvPr/>
        </p:nvSpPr>
        <p:spPr>
          <a:xfrm>
            <a:off x="8574657" y="5313872"/>
            <a:ext cx="1915064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Sridhar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450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Innomatics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Dilsuknagar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41741" y="1905526"/>
            <a:ext cx="10708517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PUTNALA SRIDHAR </a:t>
            </a:r>
          </a:p>
          <a:p>
            <a:pPr marL="114300" indent="0">
              <a:lnSpc>
                <a:spcPct val="20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Completed  my graduation in the stream of  B.sc (MSDS) and Degree from Govt degree college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khairatabad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lnSpc>
                <a:spcPct val="200000"/>
              </a:lnSpc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https://www.linkedin.com/in/putnala-sridhar-067077370/</a:t>
            </a:r>
            <a:endParaRPr 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https://github.com/putnalasridhar</a:t>
            </a:r>
            <a:endParaRPr lang="en-IN" sz="2400" u="sng" dirty="0">
              <a:solidFill>
                <a:srgbClr val="0070C0"/>
              </a:solidFill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933842" y="1004382"/>
            <a:ext cx="9124558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E84B6-FCBA-4CB3-CE3F-3F40694CD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936" y="1"/>
            <a:ext cx="10515600" cy="879894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D0837-DE8E-0ADC-E0CA-80F428358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06115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 Design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 Diagram and schema explanation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query results with screenshots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Challenges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 business insights and recommendations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095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11170-B61C-E133-4591-B38BC64CC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638"/>
            <a:ext cx="10515600" cy="974335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92B62-D3AF-1E63-4907-CAB8355D0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60599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organizations find it difficult to manage employee data properly. Employee details like job roles, salaries, qualifications, leaves, and payroll are often stored in different places or handled manually.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of this, companies face problems such as: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Difficulty in tracking employee records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Errors in salary and payroll processing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Poor leave 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proper reports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Time-consuming HR work</a:t>
            </a:r>
          </a:p>
        </p:txBody>
      </p:sp>
    </p:spTree>
    <p:extLst>
      <p:ext uri="{BB962C8B-B14F-4D97-AF65-F5344CB8AC3E}">
        <p14:creationId xmlns:p14="http://schemas.microsoft.com/office/powerpoint/2010/main" val="2133030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7273B-4C87-565D-B087-44EB322E1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827134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07882C-3B9C-9BC1-6FA0-FB85A4290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98491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design and develop an Employee Management System that stores and manages employee information efficiently.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aims to maintain details such as job roles, salaries, qualifications, leaves, and payroll in a centralized database.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easy data access, accurate record management, and better HR decision-making.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726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22C1C-9945-A8B7-3CA9-CA22237B1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663" y="132212"/>
            <a:ext cx="10258245" cy="704101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02664-9ACA-66D0-E1DE-5CCAE1195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36313"/>
            <a:ext cx="10515600" cy="259268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using a relational database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tables are created to store employee data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 tables: Employee,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JobDepartment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SalaryBonus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Qualification, Leaves, Payroll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Primary keys are used to uniquely identify records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Foreign keys are used to link related tables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Cascading actions maintain data integrity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design ensures accurate storage and easy retrieval of data.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8C9BA8-F7CB-4B86-A5CB-DA84358D2EC2}"/>
              </a:ext>
            </a:extLst>
          </p:cNvPr>
          <p:cNvSpPr txBox="1"/>
          <p:nvPr/>
        </p:nvSpPr>
        <p:spPr>
          <a:xfrm>
            <a:off x="966877" y="3088257"/>
            <a:ext cx="1025824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Department → Employee : One-to-Many (1:M)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Department → Salary Bonus : One-to-One (1:1)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→ Qualification : One-to-Many (1:M)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→ Leaves : One-to-Many (1:M)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→ Payroll : One-to-Many (1:M)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Leaves → Payroll : One-to-One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080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9F694-83C3-36BD-37CF-29963041A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7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F60853-2600-0E17-BED3-86B55633C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321" y="681037"/>
            <a:ext cx="9417358" cy="559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875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D3B4D-DE85-E1CD-44FC-E366D5B7E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789" y="32834"/>
            <a:ext cx="10515600" cy="44078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Queries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0C145-71E1-77D3-57CC-774B0FD57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7116" y="473617"/>
            <a:ext cx="10958945" cy="5925345"/>
          </a:xfrm>
        </p:spPr>
        <p:txBody>
          <a:bodyPr/>
          <a:lstStyle/>
          <a:p>
            <a:pPr marL="11430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Which departments have the highest number of employees?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1430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Who are the top 5 highest-paid employees?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139B13-07CA-DD9C-2C9C-FBF346D9C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939" y="1191668"/>
            <a:ext cx="3858163" cy="2010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4F10AC-2D6A-CD9D-82E8-B3B71D727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820" y="1129916"/>
            <a:ext cx="3219899" cy="18862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C6C40D-ADEE-3D20-0AF2-D7F9C8AF87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57" y="3734180"/>
            <a:ext cx="5787989" cy="16676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2C3B1D-F7FB-BAB0-72F3-CC3FD9C845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1363" y="3669175"/>
            <a:ext cx="4934639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31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328CE-88D0-0AF0-8F77-B88C929A9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357" y="-1"/>
            <a:ext cx="11440886" cy="6727371"/>
          </a:xfrm>
        </p:spPr>
        <p:txBody>
          <a:bodyPr/>
          <a:lstStyle/>
          <a:p>
            <a:pPr marL="11430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How many different job roles exist in each department?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1430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Which departments have the highest total salary allocation?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B2EB7F-D7CF-24E9-DAD3-1C835C7A0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57" y="921775"/>
            <a:ext cx="4372585" cy="21316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ABF4CE-76FD-D985-C160-4FBDCEA49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604" y="968291"/>
            <a:ext cx="2781688" cy="20386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9F8E2A-9A19-65BD-FDC3-93C687BF5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34" y="3804558"/>
            <a:ext cx="3924848" cy="23339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E1F603-2D11-61F4-90B1-11EC0AC04D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051" y="4099874"/>
            <a:ext cx="2638793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330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08CEC-8C32-DBF7-7A76-191E2C7A8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907" y="0"/>
            <a:ext cx="11373318" cy="6351814"/>
          </a:xfrm>
        </p:spPr>
        <p:txBody>
          <a:bodyPr/>
          <a:lstStyle/>
          <a:p>
            <a:pPr marL="11430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What is the average salary per department?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Which year had the most employees taking leaves?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EE9506-B2AA-EDF3-3618-B0BC45519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75" y="851044"/>
            <a:ext cx="6706536" cy="18105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FB7D8F-C74C-C1BF-4423-D78B5814F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029" y="785004"/>
            <a:ext cx="4923064" cy="23500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121A16-AB21-D959-2760-9DDDED7447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733" y="3816416"/>
            <a:ext cx="4039164" cy="26496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A43CDB-1104-65B9-304A-25D975E7E2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0029" y="3816416"/>
            <a:ext cx="4039164" cy="181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581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851B4-7BFF-3BEC-CC8E-8C0E0B56A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7956" y="0"/>
            <a:ext cx="11664043" cy="6858000"/>
          </a:xfrm>
        </p:spPr>
        <p:txBody>
          <a:bodyPr/>
          <a:lstStyle/>
          <a:p>
            <a:pPr marL="11430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7.What is the average bonus given per department?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Which department receives the highest total bonuses?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969617-30E2-4187-39F6-E784809EA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618286"/>
            <a:ext cx="5148944" cy="28107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E3D6AC-0A6B-25D0-F140-8275BB67F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976" y="751113"/>
            <a:ext cx="4792437" cy="26778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678E75-B42E-C30C-856C-EDA572251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666" y="4252072"/>
            <a:ext cx="3781953" cy="23053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AC1C07-1BEC-D4F0-2C16-3A65AE3409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2433" y="4404494"/>
            <a:ext cx="3781953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225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612A6-01CA-03FB-161E-C6D015E12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829" y="179614"/>
            <a:ext cx="11119757" cy="6351815"/>
          </a:xfrm>
        </p:spPr>
        <p:txBody>
          <a:bodyPr/>
          <a:lstStyle/>
          <a:p>
            <a:pPr marL="11430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 . List employees along with their qualifications and skills?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A54825-581C-B6EE-CF1E-0B4417B1B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83" y="974503"/>
            <a:ext cx="4277344" cy="38508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730658-FCB1-220B-B718-1E850AF44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429" y="974503"/>
            <a:ext cx="6215742" cy="488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814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727C5-25F2-1249-B869-6E2F570B7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0498"/>
            <a:ext cx="10515600" cy="940190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74EAC-A738-4FF4-1164-7441165FA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Challenges faced include defining correct table relationships, using foreign keys properly, and maintaining data consistency with cascading actions. </a:t>
            </a:r>
          </a:p>
          <a:p>
            <a:pPr>
              <a:lnSpc>
                <a:spcPct val="150000"/>
              </a:lnSpc>
            </a:pPr>
            <a:r>
              <a:rPr lang="en-US" dirty="0"/>
              <a:t>Writing complex joins for payroll and leave reports was difficult.</a:t>
            </a:r>
          </a:p>
          <a:p>
            <a:pPr>
              <a:lnSpc>
                <a:spcPct val="150000"/>
              </a:lnSpc>
            </a:pPr>
            <a:r>
              <a:rPr lang="en-US" dirty="0"/>
              <a:t> Ensuring correct date formats and preventing duplicate records (like email) were also key challenges.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2786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C4777-91D1-2997-686B-161127F73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5" y="0"/>
            <a:ext cx="10515600" cy="770391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B9381-B6FD-0B7F-4D4C-883F71FF5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1485" y="770391"/>
            <a:ext cx="10515600" cy="3066823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data can be managed in one centralized system. this improves data access and accuracy.</a:t>
            </a:r>
          </a:p>
          <a:p>
            <a:pPr>
              <a:lnSpc>
                <a:spcPct val="120000"/>
              </a:lnSpc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Departments with more employees were identified. it helps in workforce planning.</a:t>
            </a:r>
          </a:p>
          <a:p>
            <a:pPr>
              <a:lnSpc>
                <a:spcPct val="120000"/>
              </a:lnSpc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Salary and bonus distribution became clear. financial allocation is easy to understand.</a:t>
            </a:r>
          </a:p>
          <a:p>
            <a:pPr>
              <a:lnSpc>
                <a:spcPct val="120000"/>
              </a:lnSpc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Leave patterns of employees were analyzed. it supports attendance monitoring.</a:t>
            </a:r>
          </a:p>
          <a:p>
            <a:pPr>
              <a:lnSpc>
                <a:spcPct val="120000"/>
              </a:lnSpc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Payroll expenses were calculated easily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control 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becomes better.</a:t>
            </a:r>
          </a:p>
          <a:p>
            <a:pPr>
              <a:lnSpc>
                <a:spcPct val="120000"/>
              </a:lnSpc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Qualifications and skills tracking improved decision-making.</a:t>
            </a:r>
            <a:b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 planning becomes more effective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21F4-5B06-6B33-DA05-408FA6CAB75C}"/>
              </a:ext>
            </a:extLst>
          </p:cNvPr>
          <p:cNvSpPr txBox="1"/>
          <p:nvPr/>
        </p:nvSpPr>
        <p:spPr>
          <a:xfrm>
            <a:off x="1001485" y="3587048"/>
            <a:ext cx="9868619" cy="2437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Provide training programs to enhance employee skills and qualifications.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Monitor leave trends to improve workforce planning and productivity.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Optimize bonus and salary structures for fair, performance-based compensation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8313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44E91-62C9-50D8-F9F8-6B38DF877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84CDA-F44D-C4C7-4A3A-CE1C8EA29B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Employee Management System helps store and manage all employee data in one place. </a:t>
            </a:r>
          </a:p>
          <a:p>
            <a:pPr>
              <a:lnSpc>
                <a:spcPct val="150000"/>
              </a:lnSpc>
            </a:pPr>
            <a:r>
              <a:rPr lang="en-US" dirty="0"/>
              <a:t>It improves payroll processing, leave tracking, and qualification management. </a:t>
            </a:r>
          </a:p>
          <a:p>
            <a:pPr>
              <a:lnSpc>
                <a:spcPct val="150000"/>
              </a:lnSpc>
            </a:pPr>
            <a:r>
              <a:rPr lang="en-US" dirty="0"/>
              <a:t>The system supports accurate reports, better HR decisions, and efficient organizational operations.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3375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0B9D68A-9ACD-2D87-9BB8-AEA4E9B87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18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020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686</Words>
  <Application>Microsoft Office PowerPoint</Application>
  <PresentationFormat>Widescreen</PresentationFormat>
  <Paragraphs>99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Times New Roman</vt:lpstr>
      <vt:lpstr>Calibri</vt:lpstr>
      <vt:lpstr>Arial</vt:lpstr>
      <vt:lpstr>Libre Baskerville</vt:lpstr>
      <vt:lpstr>Wingdings</vt:lpstr>
      <vt:lpstr>Office Theme</vt:lpstr>
      <vt:lpstr>PowerPoint Presentation</vt:lpstr>
      <vt:lpstr>PowerPoint Presentation</vt:lpstr>
      <vt:lpstr>Agenda</vt:lpstr>
      <vt:lpstr>Business Problem</vt:lpstr>
      <vt:lpstr>Objective</vt:lpstr>
      <vt:lpstr>Database Design</vt:lpstr>
      <vt:lpstr>ER Diagram</vt:lpstr>
      <vt:lpstr>SQL Queries</vt:lpstr>
      <vt:lpstr>PowerPoint Presentation</vt:lpstr>
      <vt:lpstr>PowerPoint Presentation</vt:lpstr>
      <vt:lpstr>PowerPoint Presentation</vt:lpstr>
      <vt:lpstr>PowerPoint Presentation</vt:lpstr>
      <vt:lpstr>Challenges</vt:lpstr>
      <vt:lpstr>Key Insights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srikanth putnala</cp:lastModifiedBy>
  <cp:revision>8</cp:revision>
  <dcterms:created xsi:type="dcterms:W3CDTF">2021-02-16T05:19:01Z</dcterms:created>
  <dcterms:modified xsi:type="dcterms:W3CDTF">2026-02-13T17:18:19Z</dcterms:modified>
</cp:coreProperties>
</file>